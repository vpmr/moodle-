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C82E-9F7F-E9B9-81D9-37902188B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EB166-09DF-1D71-5EEE-9FDBCB910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64CB1-9956-2FB1-4B98-FAAF6773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38719-9EF4-24F6-F8DB-ABACD453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19CA0-4509-60D3-6623-ECC068D8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8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DD04-6F13-F70E-230C-A7248BF52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C0905-B226-3FE1-5AA3-9E1A2815E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7F18A-8F06-4FEA-DEEC-DF8DEFCC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47C3F-B3F0-1298-94A9-9A655D407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5263F-4BC5-579E-9E42-E0B96165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5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51C6-BB35-7746-DF2B-5808D8CA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56680-09A8-31E6-CF3E-94B643B1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32ACB-2340-9866-B3C1-A9104046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21722-B5AA-9041-D329-F28864DA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D757A-C45D-8793-E5A1-59201730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47A3-63D6-F371-B902-5D3DD7ABC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1802A-A9BA-81BF-2A05-A03F81F56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0B83B-ED68-63B2-D379-CEC687FD9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3EE72-A2A0-4B6C-1443-C1B9708DD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A845A-E02E-5DDF-C0D6-30599B94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FDFBF-F1DF-7415-FDD4-6F9BEEC8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54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FC0F-7003-1ABD-E22F-B8D5CEA5A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E8922-1E94-FAD1-AC16-DB39C2170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86716-1AF2-A15D-3DE3-5B2C16FB1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F8C9B-9E80-D2B2-6B6F-2F3CAA0A3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03DFB-848E-C8E8-2261-DC2C2FCC6B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7F47A-F760-C912-E55D-EC5770E9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D67C90-12D4-CE11-8D42-6E19BFF2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B6A1C-2DD2-7176-368A-18365DBE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62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FF69-69A0-E26D-B966-A4900132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AAC89-87A8-F405-CBAF-4857C59B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2BC18-D97D-507E-EE69-0C3F40EA0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58C25-621A-5442-6296-B505186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0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D102F-8FA3-FB43-3CCC-823BD877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93027-BCFC-2212-1C85-755F5D86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DF99D-1227-5DE1-8892-40BC9E48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6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A6A6-E52B-20E4-9B29-BAC12AA5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3BF09-E4A0-3C09-C556-DB63471B3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F5A8E-08A8-B405-BA8D-BE5596F20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26E13-E9C8-A2B1-41A6-DE56F1DA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340DF-209A-CE03-FD9E-9F32319B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5E53D-99A8-3194-00C6-D58C8412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1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F43D-F008-97B6-EBA3-3BF80D0D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6A68D-C25A-E3AA-E5BA-5536120FB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C6645-6019-D9A4-3A6D-86ADC5754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529C3-5BE0-2202-665D-A6E56C9C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F90AC-23A2-BE18-662F-D64882B9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FD62A-FF6A-2ADB-0F4C-69557F627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0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5271-E01F-5483-B222-7A26272F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93BE9-203B-5465-08A2-0901E702E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F19C-BFFD-4904-888D-C57CCCC9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09B36-A08A-D70B-F052-3E18F79A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8FAC-275A-5E5B-E2F7-902083F0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ABF12-2F81-1490-9AE5-07014CE2A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95710-D35E-1BA2-28BD-2AF542D94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6A7DC-0BE3-594E-5236-C380BBDB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2D74C-974E-D762-AA66-B85D034CD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2471F-93F2-A533-8764-02182936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5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BB940-3DA1-D5B1-174A-326A54107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669A4-18CA-1E22-3EBB-DDA88E571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C425A-524C-80D9-0468-19FC63579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AE09E-CD82-4541-A7FA-F89519DFD35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5DC2B-91BB-B243-4C93-5F6365F2E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749A3-D2AB-6FF2-BBB7-0E61BF058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3556E-5F87-4838-BBFA-0E887CE52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5259-0547-3385-6AB8-89C3ECB92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AA761-A8E2-6EF6-1F1B-74738228BE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06CE0-7F6A-C0A8-C022-2D6C2FAC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52" y="364564"/>
            <a:ext cx="4584617" cy="2578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9CC0D9-F6B6-0BA4-7281-27895B9D0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39656"/>
            <a:ext cx="4828988" cy="2716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D07067-458E-0CFB-B1DB-16881A98B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65" y="3186580"/>
            <a:ext cx="4901369" cy="275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80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2025-12-31T13:13:43Z</dcterms:created>
  <dcterms:modified xsi:type="dcterms:W3CDTF">2025-12-31T13:13:57Z</dcterms:modified>
</cp:coreProperties>
</file>