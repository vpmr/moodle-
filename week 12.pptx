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5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3F05-DD62-7CA1-FE21-85E878BE7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35DD1-17AE-4931-AF87-93457FA7F0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33214-4071-B656-2FCE-5C0F586C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7111E-4560-78E3-6708-BF28274B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34E49-B98C-393E-F876-FC8D31CA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8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51ED-0253-8B49-6720-B807F644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F939-3CB9-BBDD-156B-7ABB72C19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99988-7158-B910-BA41-DE7FCA7A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FC100-6C7D-4D9B-AD86-4DA0F025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50626-E37B-B2AA-5D67-863FFF6E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54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D32C-E6E8-E7A2-E17A-8FF88182B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8225C-4CE2-442D-D2D6-727932930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B477E-254F-8D27-343A-C45A4739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090BF-C39F-9CE6-2E30-2EF64516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43EC2-2BCD-AFA2-C57B-FA762BE1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511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9157F-587C-529C-741C-FDCEF117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721B4-AFED-2D61-FD17-7F3F78035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61A9D-DDC1-5453-27C2-CEE23473B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6ED97-15AD-A332-908E-FF772C38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93910-F968-9E5C-CC04-9BB53430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173F5-7D24-2104-C7C0-C25DB21A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873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0F92-FE2D-44E8-E217-FEADABCF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5C593-4956-8FDB-25A7-F44DDCAF0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FFFFD-0B30-A222-AF69-57F5FE54C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D31533-C288-D096-95AB-3FFDC924E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4194DB-1738-FCFF-A986-B10FCA7E2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A369B-A30B-A49F-B23D-F7260CC0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CFC787-90C6-31E9-AD2A-1250264E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47340-710C-9039-F67B-0C475197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83E3-CE31-B4A2-2EF2-EA4BAB06E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74E82-3D1D-C212-D8FD-C2F7851B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BBE18-B401-84CC-1B87-46DD15C5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ED6658-ECC2-0388-4714-4C3198BE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49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A85D9B-5C6E-112F-15A2-EBBD57D4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9C89C-B1E8-257E-93AF-F3B28884B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5379D-004E-4F24-3834-DEC83A19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8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3851-1C98-3476-A407-0C41571F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A3C98-BCE5-2896-6075-37A81C86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7B7AB-CC11-9686-7D10-3FD8CED77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E472A-E8D6-28F4-300D-D2055694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83783-CB3B-172D-95F0-05216F49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B14F2-94F7-5949-D4E4-F3FB083BA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1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3C65-C508-7348-5EFF-EDF926AD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863B72-A556-7FF5-982C-DAC79C620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989CDC-E854-4655-9BFC-A48DA0EBF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58116-BF15-B343-DB26-FE87152D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D428-0AB9-12C3-B69E-C49BC7B3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A7D98-8296-0DE8-4CD0-C8A01AE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20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722E-A834-4DCB-984C-4A42CB70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C3807-8704-4521-00FB-55C4824D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51A9-8957-AF9C-E714-A3197A6D1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62A71-EB1D-8FF2-86CF-DF95B53C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2CEA-B54D-A06C-AA37-9B2BB257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92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1AFEF-D26B-A273-EEB1-2F777C105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0B018D-E0B4-ED1C-81BE-1886D6149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FE00C-DECA-15A2-9A30-FBB3B705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55A6-B74D-7FD2-5FF7-5A0E1878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ABA17-49A5-CE06-49A2-A8598CD5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7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418A12-1D83-1D8C-A206-12F223928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A61C-00EC-B402-87B0-D630931AA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769B-FC5A-585C-A1FD-4A866E847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B2B5B-6145-46F7-8D66-B3F51E1C520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CEB3D-4078-7B1D-68C4-7E2CA5992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4C829-238C-B58E-DE8D-D2B2C5439E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6D5C-AB47-4E3E-8952-16ECB8814A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24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7491-ADF9-F573-7363-6C86BB526C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34CB4-A4E1-C098-41F5-99F97ADFFD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4D8BA-4460-0F3D-95DC-286DC17B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76" y="558334"/>
            <a:ext cx="5319059" cy="29516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89F18-FB38-DA8D-C177-E6AAF8A17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567" y="472141"/>
            <a:ext cx="5062734" cy="2847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ADDC8E-AE70-620A-2917-52E7CAFFB3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341" y="3973325"/>
            <a:ext cx="4135718" cy="232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64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Ramesh</dc:creator>
  <cp:lastModifiedBy>Vishnupriya Ramesh</cp:lastModifiedBy>
  <cp:revision>1</cp:revision>
  <dcterms:created xsi:type="dcterms:W3CDTF">2025-12-31T13:15:30Z</dcterms:created>
  <dcterms:modified xsi:type="dcterms:W3CDTF">2025-12-31T13:15:47Z</dcterms:modified>
</cp:coreProperties>
</file>