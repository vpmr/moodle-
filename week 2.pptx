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64" d="100"/>
          <a:sy n="64" d="100"/>
        </p:scale>
        <p:origin x="758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BDD65-D146-D14B-E2C3-5DAD9CE4CB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CA3279-5A6F-0739-5265-38752FFD9A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3E1F3-E850-55EA-7756-349CED1C5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8E67B-E93B-45BF-896A-4C3272140BBA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50EBD-9081-2572-14B0-0F4C2ADBE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83421-CCF0-BCAC-7604-B06E5C68B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99C67-D97F-4DDB-833D-03229F3CE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375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9E4A8-A4BC-6F06-5A3F-75D691FBC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04DB7-C49C-FA94-5CAE-99E9846F7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83B95-4456-BF54-A3F6-EA290EF3F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8E67B-E93B-45BF-896A-4C3272140BBA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1DDEB-2B56-73EC-89F7-5E4B32E49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4C5AB-D867-293C-22D6-1EED12786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99C67-D97F-4DDB-833D-03229F3CE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011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4166B-E075-B0E2-16E6-AE80BA782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EBE985-6FA7-212E-EB62-9428F5325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AF1AA-BB05-50CF-51C2-4DCD41EF0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8E67B-E93B-45BF-896A-4C3272140BBA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3CF4C-D95C-D80A-F6BE-8DFDE68CB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A69AB-5CCB-116E-B806-3304CEC72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99C67-D97F-4DDB-833D-03229F3CE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693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1050B-BE72-48D5-224B-2E15FC7F4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33B96-3F2E-0D26-0E11-A2C8E9AAA8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0DFF38-EDC4-A695-CE62-9C262F5325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3683D9-9C72-67A7-903D-BBE2DA05F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8E67B-E93B-45BF-896A-4C3272140BBA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7CF013-07C9-CC73-E1CC-A6CEF65EA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51F125-5BC4-9818-FEEF-07A73731E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99C67-D97F-4DDB-833D-03229F3CE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539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F22C-2730-3699-C088-F0F4FC074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3E2119-CD1F-2350-3D15-E322E2407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79A83-2023-2694-02C4-AE863F2AC0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B0D054-B1CF-84F3-A52F-3613C0F67E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5A449D-96C9-3AA8-CE9F-E5E1B90840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EF8EBD-5A59-790B-DBDA-32B4FBE4A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8E67B-E93B-45BF-896A-4C3272140BBA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477C17-AEF4-2638-D907-06A94B294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F85B7D-3AF7-D5A6-859B-85A4EBF0D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99C67-D97F-4DDB-833D-03229F3CE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503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0A29C-E768-7209-442C-893ECDDD8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F19E52-AA14-9B22-AEDA-52A7C6288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8E67B-E93B-45BF-896A-4C3272140BBA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7526AB-4E04-5B83-71AC-EE8C6EFFE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738E0C-9649-98AC-C68B-7DC9FFAD0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99C67-D97F-4DDB-833D-03229F3CE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724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BEDF1D-D4BF-CA46-6817-935B9F12B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8E67B-E93B-45BF-896A-4C3272140BBA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900CC3-0553-61A4-F8A7-5D22936E1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60ED36-696B-F9F9-054A-23CE9FA7F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99C67-D97F-4DDB-833D-03229F3CE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156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50F82-506C-2037-BDB7-966C80BFA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8240C-9FF3-8DB6-AE30-43FEBD43B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250DEA-FE9A-8244-5CA0-43FE5F269A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2DF5EE-E596-FACA-DA3F-311F83E46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8E67B-E93B-45BF-896A-4C3272140BBA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C57A9D-C8C2-6FD3-C73D-2B60954FF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60F48A-B79A-2C1F-AA8B-C889330B7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99C67-D97F-4DDB-833D-03229F3CE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705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97EE6-AEA6-392E-D9AB-343409D59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AE7B24-8EBD-3F97-F136-8B167F2AAE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A956C3-EF5A-02A8-1CDA-680B1DF1E3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2C5AC3-91D4-F7EB-91DC-07087EE91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8E67B-E93B-45BF-896A-4C3272140BBA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86B200-3C88-8D8D-6DA0-D5E35DEE4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ECFE74-15C6-3FC2-F9EB-19B8EBA30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99C67-D97F-4DDB-833D-03229F3CE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888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FAB8D-AD62-4426-A992-7D5BAE8F5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88F681-559A-04D5-00A1-648C2FBD8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5B866-B1D3-8362-425A-C12982876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8E67B-E93B-45BF-896A-4C3272140BBA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0276E-66E6-4CAF-A23B-7A8D9D13C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4DBB9-DA0D-513B-9DFD-D25DEF294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99C67-D97F-4DDB-833D-03229F3CE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491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BF24C6-FE8B-FE94-043F-CE95B2F822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AFD199-4994-9E69-253B-9E46C4E581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16C4B-E59D-4847-65A4-FB1D492CA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8E67B-E93B-45BF-896A-4C3272140BBA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7E691-5DB1-E20A-3CF9-792A5DEE1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8065A-3410-3566-48F8-A314EEC09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99C67-D97F-4DDB-833D-03229F3CE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566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9C1882-A391-AAB6-0287-AFDC1E88F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61BB52-81AC-6F2D-0910-84D923D0E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D5319-F4B9-49B3-E5E3-1CE16807B9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68E67B-E93B-45BF-896A-4C3272140BBA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794E6-12EE-0DEF-57D6-8F7D50D3F0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1A76D-C2A9-9DB3-6F35-E185FE8D14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E99C67-D97F-4DDB-833D-03229F3CE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351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627DA-1CE7-775C-165C-6B4C6D2B28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9700CE-29E0-90C1-1074-BE1BEB5512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5CEA65-B664-FC37-9262-A676CB7C5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06" y="0"/>
            <a:ext cx="5030860" cy="28298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E80F56-9E05-9AC8-0102-1D1856750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942" y="183309"/>
            <a:ext cx="5462494" cy="30726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5617F20-BABE-33CC-1116-AA8526362A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012" y="3508469"/>
            <a:ext cx="5030860" cy="2829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704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0EDFDF-8426-0F7C-DCFF-C73AE04FB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565" y="262964"/>
            <a:ext cx="4818363" cy="27103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C34C09-3394-A1E1-591B-A255ADA2A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683" y="200210"/>
            <a:ext cx="5041484" cy="28358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791B9D-28F1-5C6A-7414-A4D1966C6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612" y="3508187"/>
            <a:ext cx="4637740" cy="260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242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Vishnupriya Ramesh</dc:creator>
  <cp:lastModifiedBy>Vishnupriya Ramesh</cp:lastModifiedBy>
  <cp:revision>1</cp:revision>
  <dcterms:created xsi:type="dcterms:W3CDTF">2025-12-31T12:54:46Z</dcterms:created>
  <dcterms:modified xsi:type="dcterms:W3CDTF">2025-12-31T12:55:09Z</dcterms:modified>
</cp:coreProperties>
</file>