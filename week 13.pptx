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2BDAC-9F21-1149-899E-661F1C94C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82490-6B1C-89FF-F5B4-0D60353C9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5FFBC-8AB1-7EE9-780D-054C78C0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9ECD0-4B9B-AA02-A2F8-4EF91334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74BE1-4446-9957-D3BA-D1AA694C4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3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910B-4CE4-4516-0E79-1684B087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B9FB3-23DC-4A5F-FA85-C66C5A3B3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BBB1E-2F86-45EC-50BA-D4165614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E0142-D7D0-CA52-4DC3-1C5DD6A9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A9AFB-2657-6B7D-DFE7-D8B42939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666E-8581-561A-7453-BE87E4F73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58090-982C-FF46-DAAD-2D8187131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D4482-CA23-549A-C53B-59F7A4AF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BC58A-33CF-94EF-DC2D-222C0622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F98AD-B248-FF95-51FA-B3F217FD6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76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45E3E-7EF9-47E2-26F4-23D3B9DD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2F8B6-5850-B961-800A-F399EE7A4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5264A-6886-BEBC-9E84-DCCB30D20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05F4A-062E-0254-2CD1-B33FE1267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80D26-23A6-CDFB-55D7-1BF0215F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58FD1-9330-0737-CED9-BB6E4707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0D2C-8F45-F33D-AD28-F274D7EF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2FBEB-9D6F-A4D1-7483-EA6983A0F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2C3D7-91D1-9082-C406-2C4FE97C4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00493-487F-1480-2C61-12D449ECB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F80F1-1894-7FD2-6DD8-B75313E04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171BB8-7AF2-E3DD-FD02-F91292A9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561B3-A3E1-943E-FEE9-700F5D1A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C35721-E11C-EEC9-0EC2-DAE7470C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19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9FD8-DAE1-A199-2329-085C012A5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A6E3F-8847-9EE0-AD2F-8BE1D1FB8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DCC4C-2D7A-6AA6-10CA-C7842339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F45C3-C30C-3CDB-B3C9-576B8DDF9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6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E873D1-2E4D-11B2-6EEF-7666C95D5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F48B2-5C02-9170-B73F-CF8B61E0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D1B55-9C41-7240-DA40-C7A18C58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90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73F73-439F-A854-50AE-4745AE98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97C33-2559-1DA8-CA21-6D4D55F3D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B6BE1-3E97-380F-3301-C9B2B4855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0B535-4E8B-E343-5681-7EEDB2344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EFDB5-B3E5-434C-FB1A-DBE9CF12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0E510-AA69-B6DA-7901-1124D756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0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E060-8EDD-0909-B066-86C02940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597480-060C-CC3B-6E35-355185AEB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CFA76C-C049-B576-E50B-BE662D864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CCD1D-0B8D-2696-E0A9-0A1B1AD9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87841-41E0-CCCB-4AB7-26EC3EA2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AAB50-08D8-2EA6-CC62-1458731B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17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BD1B-A086-723E-F06F-A6102AF4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3B867-3BCD-B824-ADEC-82929C752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3AEF0-B683-759F-04C7-93F79A8C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15E5E-312C-1B08-B133-F4E52E338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91907-3C1C-3E1D-77FB-667EA509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4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95E8B-9AD2-9991-8128-9B38AB9E6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3FCAF-A439-62FD-884B-420F0F9E2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7A26D-B9EF-8957-0C98-08698884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81876-0E1A-44B8-3BC2-8D08CCFB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B2DBD-408B-E92F-8982-F06A2BE15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8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F0595-01FB-4982-ECC2-4CEEAE6F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206D5-C1C3-FC59-F93B-FBBB99E33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1DE22-8E8D-1BEC-8612-6A356E178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3645-DB06-40B6-8C9A-C627690407E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62276-1241-7357-CAFF-40383F760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367FF-34A5-39BA-6E6D-F9E1FC73A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DF949-CD5B-4A5B-8F69-B0E539BB4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0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A7F6-C34D-16DC-2A52-87FE583FF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ACE16-EA1D-5AD6-F7FF-E377F30210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58CEF8-4233-6DBB-A519-8B4E92F12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12" y="476904"/>
            <a:ext cx="5392105" cy="3033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798680-9EE9-9E25-0573-B3F0560C8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48" y="561787"/>
            <a:ext cx="4627116" cy="2602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01035A-BF9E-A6F0-67D4-1888401C5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23" y="3687481"/>
            <a:ext cx="4712116" cy="265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23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2025-12-31T13:17:01Z</dcterms:created>
  <dcterms:modified xsi:type="dcterms:W3CDTF">2025-12-31T13:17:19Z</dcterms:modified>
</cp:coreProperties>
</file>