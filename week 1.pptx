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2422-85B7-FBCC-4793-F61B8DBAD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895F8-3926-1038-1A82-6A9F0D535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BD58-AE3D-4050-AA65-0DED0EEB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84F1-499F-01FC-A9F2-5C8B8007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2AE0-5787-3DDF-B477-7B7EBA56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1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3438-133D-90D3-F99A-3AFD61A9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D2B5-7566-292E-078F-AB4290D3E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136A-2BD5-38E2-DEE2-A8396599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6ADB3-ABC9-1AF8-3993-BF9E630C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38A2A-ED90-D3A2-52E3-E07389CF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4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3EB6-DE7A-70E7-2FDB-C4575269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3FBA9-7A3F-79CE-15BC-8EDD03C52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BBD88-DE72-45C6-61F5-A8433C69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7457-59C2-AA2E-FD2A-95E63AFC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D1E3C-94B0-4729-5E4C-9F0BBC8D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1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B1F9-0A16-8ED1-3AA4-97218FD2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7DD3C-203F-F1D7-344C-002A6A4C4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1068A-8AB5-7940-4AF7-250841680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0F14D-0FEB-7A41-3ED6-9016D71C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6690B-7E0B-F77A-F8D5-51CBD1BF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58850-36D0-C8D1-53B6-20EB5884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3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431C-9813-E155-E7C3-06892429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93ACB-4387-D373-6747-76BC1D4E5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C1975-B657-C3F0-F043-9640989A8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4AB7F-55BD-189A-4212-B702DA573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47A7D-CEA8-ED42-BCAA-4AA5C3F40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13972-F1E9-1039-AE7E-3AA7CC3F1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AE2631-7242-2B30-3A47-8633077E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B84E4-289A-0732-C6FF-74300DF9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2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651E-1EFC-0FC2-0883-CEF4E1DC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00F01-1361-CD01-40F0-AA75EF2E8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86760-AC21-8399-CE1D-41BA1235F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FAB82-177D-CED1-1D46-ACCEBBB1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9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282F3-49A6-013C-A747-2FE35A28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C55C0-D4BB-4B1D-CE5D-0CA32302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B0071-DD57-82BF-C707-55179104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3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56A7-3513-3CE5-2417-79159FCD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ABE78-B3AB-F334-F6F6-81500CF0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F4201-33CB-C949-321B-DD03BE657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94ED3-AE92-2571-72B6-6E3EEF8B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DE89A-E31B-188E-9300-7E28E823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73770-00F3-5812-56B4-010E1F5F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8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D092-2405-0E12-572E-EE470D50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96E7B-940F-9CBE-500F-EA49AF950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5CD4-60EA-9DC3-D183-F3CE3C1E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2EF40-0B01-AB29-AB45-6FDABFDF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2FA25-2BDD-2117-2F1E-2726642C0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B093D-7052-D4DE-B1A3-B615504E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5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5F2D-CE86-CA7B-9C0A-45CAB7DB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68416-00FC-F686-B295-BDF1ED544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6516E-757C-EA77-C8DC-94DD75FB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A7405-7604-512F-5BF7-7F57A656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462E3-B330-5988-F6D5-2041408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D991F-F299-5F71-B6F3-B25DF9AE1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6961D-5D41-8447-8876-93296CDB5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7D2E0-8AB5-8A2D-2FB6-733FB0D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FB14C-F0D8-34BA-4B4C-680472BC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31147-4B3B-7190-F3F5-8F3B0371F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2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B977A-2BEF-EDE2-5B97-675DFFDE1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A5AAB-4C95-59AE-0811-3B427E022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B6D36-9926-9E9D-41ED-5A433DB7D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181D7-FF56-4837-BB1B-F3A28DA3A1F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F6CF2-1048-06BB-418A-A9EB2F93A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9AEF-21D3-AB6C-8030-8259A0735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4EA51-DD6F-4F93-B836-54A1515B2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1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D9BFF-25DB-740D-259E-D5BC142FD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EDF18-C2CB-910C-F61E-44E6C893D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6FA44F-8503-5AEF-7EC5-CFC978C66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89" y="310776"/>
            <a:ext cx="4903362" cy="2758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CBB768-C588-9C50-6790-EA70A0AE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495" y="358963"/>
            <a:ext cx="4966447" cy="27936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50C4F7-B3B8-8D32-A53D-997C5AEE1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95" y="3373343"/>
            <a:ext cx="5408706" cy="30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99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543B-024C-32B5-11BE-6B86575A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9901C-807B-96A1-FB39-FDB2AD6A6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3ABD6-F0FE-A666-A05B-B3295591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7" y="292427"/>
            <a:ext cx="5211483" cy="2931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4CDF30-7F8D-6851-9817-63ECD0BD0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683" y="411957"/>
            <a:ext cx="4786489" cy="269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5E2808-4DCC-60FE-0617-257707042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3681926"/>
            <a:ext cx="5126484" cy="288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5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36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2025-12-31T12:49:55Z</dcterms:created>
  <dcterms:modified xsi:type="dcterms:W3CDTF">2025-12-31T12:50:53Z</dcterms:modified>
</cp:coreProperties>
</file>