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2880F-D60A-15B4-D06B-6CC5B4DA6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A24E90-788E-3257-D9E7-764ADE49D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CE520-631B-D63B-E08E-80347F504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27C7-B788-4418-B7AC-5F5C91F6E5E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293A3-6455-8F01-51FA-9683B210E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B746D-2344-06A7-5131-75B8E08E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2CB8-508D-4BED-957A-D32A3F32A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74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BF50-68E1-A48B-5190-D8014DD2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0DB6E-CF7F-7818-A247-76EEE64FF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64A9B-FF4C-5937-DECA-3E702CDF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27C7-B788-4418-B7AC-5F5C91F6E5E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8BD00-0556-9F39-42D3-893773CD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6E078-E495-05D5-7AB4-AFF94776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2CB8-508D-4BED-957A-D32A3F32A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6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ED61-A2AC-044A-3619-50CCF566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4855E-5A11-DA78-B001-21E30EED0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5CA8D-A05F-B371-931D-E78E043B7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27C7-B788-4418-B7AC-5F5C91F6E5E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A4BE7-0F50-51F1-91E6-9D686290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237FC-DB91-F18B-A6A0-F1B6F9B03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2CB8-508D-4BED-957A-D32A3F32A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6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7CCEC-6CD6-5A37-2FFF-24E05906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00F25-CE19-DF47-499B-1E33BE7D9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0D2A4-AC18-CCAF-5DAD-18F748EA9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53835-B954-CAAB-E839-37CE3827D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27C7-B788-4418-B7AC-5F5C91F6E5E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5144C-F692-8D84-8EC1-571D31060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9A7CA-AB62-38F5-809F-D1F4C826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2CB8-508D-4BED-957A-D32A3F32A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44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5684-D972-AA5A-AB01-A385B2E7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56492-9DFC-3D07-EB65-47B42BBE5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6F6B0-8C4F-3BA7-294C-2F46B0401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10EFC-4049-9D4D-2011-0E76957CC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2D6A4F-A7E7-117E-B6D8-03F36289C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BCFE1F-22EB-4951-9124-63E2E8BF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27C7-B788-4418-B7AC-5F5C91F6E5E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96937A-E54C-79DB-1734-CFC6379E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7D9E55-3B47-D750-5B3D-758DFF6C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2CB8-508D-4BED-957A-D32A3F32A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29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FCD1A-E26B-31D8-6536-668F65A66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ED19F-2514-3958-2D6E-7435DA3E6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27C7-B788-4418-B7AC-5F5C91F6E5E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CF3F7-03CA-32D3-ABD9-8024F98B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89428-AA4E-4752-2CEF-860A8A72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2CB8-508D-4BED-957A-D32A3F32A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78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ABBC91-05F1-6137-172D-66EB7D37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27C7-B788-4418-B7AC-5F5C91F6E5E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3035F-785C-97F0-C0A4-19D73DE9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E9D7F-BBFE-54F3-3390-4A1D79C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2CB8-508D-4BED-957A-D32A3F32A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433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BF34-C2D1-DA6C-5776-5D0DF216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AA13-E4B9-8B89-C3A3-4E48F8FF0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9BFB3-675C-8CFE-A71C-4D9CAD65B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DA5CF-F523-B99C-0347-EBEA87E0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27C7-B788-4418-B7AC-5F5C91F6E5E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6AA86-0D35-ABCE-8673-8A812EFFC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A6A15-5D20-16D2-2A37-F6CD0513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2CB8-508D-4BED-957A-D32A3F32A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37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26C26-11FD-A995-1867-5FACF481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6B300-0486-B8D7-58AE-933017A4C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004F3-C5CA-3C05-C672-3E21ADDF3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93671-C404-3A82-2B64-25B09502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27C7-B788-4418-B7AC-5F5C91F6E5E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1F7F5-06F0-110A-8A83-4AE571D9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7EFB9-4713-4D4A-31EF-E26B65C2F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2CB8-508D-4BED-957A-D32A3F32A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52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F2FD-55FA-A948-B11B-C812AD8A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A8F0A-287A-344E-72C5-1EDDE5EF9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55AB4-B807-9E86-E5AE-19040B5B1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27C7-B788-4418-B7AC-5F5C91F6E5E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B4A96-1B69-26A3-5C1C-98405B14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F916F-55A8-D3A2-BA78-CF18E4CC5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2CB8-508D-4BED-957A-D32A3F32A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25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81CA2-EA25-54E6-E3F4-EEE257E03B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E9EDC-EAD0-57E4-56CC-221105D72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2416F-6878-3917-0EC9-01D101859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27C7-B788-4418-B7AC-5F5C91F6E5E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A74F1-3463-D2DF-2EAA-9A89BBA3D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27235-60A3-8AF6-6186-BD2C4D6C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2CB8-508D-4BED-957A-D32A3F32A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54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2D40DA-4F64-8166-169A-704012C8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5CD9D-AEE0-056A-1B83-91B7D2C0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9CB0F-9478-A413-BD84-E4D51360C4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527C7-B788-4418-B7AC-5F5C91F6E5E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0C56E-E16A-5DEB-2B42-C57CDD682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5170C-1BFA-79BA-1FCE-2E5212F22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22CB8-508D-4BED-957A-D32A3F32A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0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46C0B-1A81-7512-CF58-B723314CC5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E0122-518F-BDD8-AA2F-B4359A115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1D0DC-C38A-38EE-4A5D-7BA5B0EC0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0" y="364564"/>
            <a:ext cx="4244622" cy="238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4E38AB-EFCB-B1E8-685A-27CE52FCC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717" y="216927"/>
            <a:ext cx="5402729" cy="30390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3CC726-4DD1-DF3F-33D1-B39F3FB61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02206"/>
            <a:ext cx="5360894" cy="265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866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Ramesh</dc:creator>
  <cp:lastModifiedBy>Vishnupriya Ramesh</cp:lastModifiedBy>
  <cp:revision>1</cp:revision>
  <dcterms:created xsi:type="dcterms:W3CDTF">2025-12-31T13:07:19Z</dcterms:created>
  <dcterms:modified xsi:type="dcterms:W3CDTF">2025-12-31T13:07:37Z</dcterms:modified>
</cp:coreProperties>
</file>