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B987-0074-260B-3D6E-6006DA756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254B0-7916-E687-FD9D-99745D0C8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A165-B258-97CA-00F5-92B30A78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61880-6E96-1262-DB3B-1CE6E9B4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2068-CA75-3F50-1209-957929CE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52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9DC8-C563-F139-CCAA-8E1467F5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490D-B9AA-FB0B-D3CE-2D653AD60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BB60E-F58B-061B-FD6F-F722E5C7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EBA37-D88A-7A5D-B532-909F9674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59D8-C190-7183-C3B5-4E060B77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8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D346-DCD2-CCFA-DE6A-56DC331A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4ED22-D654-D1F0-1819-DAF9CA8F4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11535-FAC1-9593-1643-0AAEA481C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8E0D1-310E-45AB-7CF1-353C15A0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9D5FE-437F-4F89-A1A6-DD7FB176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9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7D4F-D040-E622-8870-D74528C7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8B42D-ACA5-05F6-CAF8-3597C3382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BD9E5-A684-E2F0-B586-B790BE9F0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4A7D3-E59E-2AB6-26EE-4D24E3F3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EFE1-4831-5259-B535-21485475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5C806-7F80-7ECC-FBD9-058D327A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4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4FC1-622A-6BCA-780E-90D15CDA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B4D6F-B170-5664-20A8-AC322706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0EE9F-A835-071C-3AD7-89381A995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5253A-8FAF-F11E-15FC-57B19D770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5CC8E-FB94-E62F-722E-28D02A1D5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23693-21F0-30D0-6FA9-AAB35CA4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DF138-E5F3-8EEB-4AB9-CB84CBA6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307E4-4FCA-B4EA-E633-0D33A211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54F4-7AEA-C551-5E9B-EE7842C3C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24EEC-C3F5-2629-402A-2C6793D6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CED6D-C9BA-A9A1-D1B0-056C4E7D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83F4D-D949-FE92-E3CB-1D33796F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9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94BA51-7AC5-A056-0740-61C38F90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68CA9-13BE-414F-640F-4332B99E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04714-893F-C3D7-CA29-8CF5F544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8FC3-72B0-E0F0-414D-F080B691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7908-47DF-1480-AA5E-0C5C24EEC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00481-DDEB-A8E9-3878-5C070A5CB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63324-25F9-9AAC-834F-0B093F80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1C55-F8F2-DFBC-9047-C2AC6862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F446B-8139-BFF6-39A8-AE832875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3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1267-FD50-1268-4EBE-8BB4DFF1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58200-1719-0279-2C73-A53A23527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3953A-FC03-9C64-04F4-11CD26A4B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A6305-976B-6E9E-CD4A-A4F155DB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49889-2A9F-6885-D884-F8C5656E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55039-9F36-F776-414C-AE7F7171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0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AED6-F84E-CE29-3603-CFACE17F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7082C-F3F9-F421-AC18-9317D31E5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6DEE3-D1D3-FA19-B619-F390EB31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A69AE-6B66-0D4F-B270-FD349B1D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0E957-B7E8-ADE9-2F5C-6F1C0CFE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5450AA-E67A-CCAD-3823-2FC6F0291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B4A42-01A2-E2AE-359A-3C5A4CD70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D512D-8FB3-2BD9-DE3A-C83612E2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5AB11-A57F-AD20-BF4F-E1EAE6DD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57FE9-AF4B-C2E4-6F9D-80D4A76C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5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6CE30-2686-EAAD-1CDE-0744CA551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11377-57CE-1DE5-9A90-96BD0C8DF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543ED-8FD9-49B4-9D68-858DC2DBC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7BAA2-35DF-431D-91D7-170611B3EE6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697B-EC98-07FA-75FC-8906ED7AF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AB70-425E-A642-877E-797A79D13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68A3A-C7A2-416B-82AA-E4EDE7841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8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DBC4-538A-12FB-03D0-307F49045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3A18F-F55B-2269-0CFE-845F9C8E0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F79D5-CC17-5F2B-19DC-B4FD33B39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8" y="268941"/>
            <a:ext cx="5147733" cy="289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5C3C47-E869-A044-515C-783715B5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612" y="131482"/>
            <a:ext cx="5392105" cy="3033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33A905-28FB-6B1C-053B-7F7DC99B1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02038"/>
            <a:ext cx="4828988" cy="27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9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2025-12-31T13:12:07Z</dcterms:created>
  <dcterms:modified xsi:type="dcterms:W3CDTF">2025-12-31T13:12:30Z</dcterms:modified>
</cp:coreProperties>
</file>