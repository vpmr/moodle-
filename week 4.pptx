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6735B-F8D0-9784-F311-416200B0A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0E17CB-E9C3-0648-40A2-191B96C54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0DCC1-B6BB-2237-7D89-B372721ED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BB0F-66BD-40DF-B8E6-B271C9235A9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D11AD-3E0E-C7A1-E971-066400AF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1D291-A629-B151-6616-3BC64C338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22D3-67C9-4DB5-AD5A-416117AF1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74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F6E4-0400-4B25-09C1-AE9138604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0881-3135-9D21-7B5C-9626D600E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DD322-8D80-31DA-3EC5-761B17ED3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BB0F-66BD-40DF-B8E6-B271C9235A9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9E54E-0205-EF68-B24A-815C5A848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9034B-A23A-983F-47BA-C7EBE2DB0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22D3-67C9-4DB5-AD5A-416117AF1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70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C60E9-1715-A198-930D-4D5115A9F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77343-2882-5B26-4C6A-80E002E47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50BEA-A402-8DE1-AD1F-C28A99038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BB0F-66BD-40DF-B8E6-B271C9235A9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AD7BE-077F-0EA4-A665-DAC03D61E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D58E1-DA3E-078C-EF83-3D3C5854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22D3-67C9-4DB5-AD5A-416117AF1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9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EEF65-9940-319A-1D97-03205690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87BE7-DEDA-7411-54FA-E88BE8725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414C4-2FD8-F72E-602B-6540F3F5F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350B2-21E4-45B0-43AE-92CC4FB30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BB0F-66BD-40DF-B8E6-B271C9235A9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F51A8-FE41-8818-E3B1-B9B03D48B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7F8E8-757B-FC96-1DA1-5ECB91CF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22D3-67C9-4DB5-AD5A-416117AF1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38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755D0-99E3-EDDA-7443-E63EB072F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EC93D-694F-09AC-A178-208E35610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54B6D-C587-CE0A-EE84-1DB5E6E0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760507-88ED-6068-4560-DE180053F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FCC0E-FBCD-EF98-62FF-AC7494D38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4A0E9D-FD73-1BF5-936A-5993F163C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BB0F-66BD-40DF-B8E6-B271C9235A9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33135-E172-0DAE-1BEE-3115CA68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594DA4-41B0-E314-76C7-04A1A6EA4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22D3-67C9-4DB5-AD5A-416117AF1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2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5319E-1A09-9BEF-EA4C-43BAA1E5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C0F43-53B5-4FEE-2CF5-57F40D71C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BB0F-66BD-40DF-B8E6-B271C9235A9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D94B1-A818-FFF4-2E80-DBD6DE06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B0448-3867-0E90-8C75-CCA2D7F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22D3-67C9-4DB5-AD5A-416117AF1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1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83E101-C78F-2FB0-F704-9C6C048C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BB0F-66BD-40DF-B8E6-B271C9235A9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69AC9-8D54-ABE2-0219-BB6DB1D4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599D6-931C-C5F1-FF64-53BEA4FF1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22D3-67C9-4DB5-AD5A-416117AF1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31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1033B-115C-CEBA-285E-602CAF24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65A6A-EA70-5C46-7D93-118043407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C7D56-B760-2D2F-508C-6ECE5EFB3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F6F0E-BB34-CC36-82B9-E263F5863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BB0F-66BD-40DF-B8E6-B271C9235A9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A55ED-7828-D4CE-A0D7-189FCB63C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87910-D54D-93B6-4970-F0E80A89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22D3-67C9-4DB5-AD5A-416117AF1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8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9782-09DF-4D1D-83BC-6C439DFA9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A68A66-F700-38E7-2843-41A40E2516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42D5A-3CF4-8BBB-EA06-52560649D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36DDB-E57D-1882-FE6F-974DD0268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BB0F-66BD-40DF-B8E6-B271C9235A9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B52A0-53B8-5D61-7E76-6CFD8EFD2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9C287-92D0-079E-8875-0B2DA22F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22D3-67C9-4DB5-AD5A-416117AF1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628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473DA-10E3-4123-F678-DBA3D283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F321B6-1968-EFE7-E04B-E122BAE4C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97FB4-261D-465C-C7F4-8919E06C3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BB0F-66BD-40DF-B8E6-B271C9235A9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B98D6-2B6C-2D17-EA78-FB95E950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DF6E4-805C-7AEA-2023-4B5E2D3D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22D3-67C9-4DB5-AD5A-416117AF1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4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3820FE-5E1F-9553-0680-F8C991760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A848A-6A9F-D938-F1C5-DA2A3383F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C6B30-D0F8-0045-004B-F809F4B6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3BB0F-66BD-40DF-B8E6-B271C9235A9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D930C-5C3A-51BC-E86F-8C70DAE6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DC19A-EED3-B5A2-51AA-FCD7B3F0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22D3-67C9-4DB5-AD5A-416117AF1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24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3F1CF4-7628-A748-FF81-E7D6A76A3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C887D-9830-73F7-A2D0-50D6DF587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B4CF4-932C-47C3-C0E9-FA4AEB35D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3BB0F-66BD-40DF-B8E6-B271C9235A9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C183E-64EC-F48A-D121-611C10676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D39D5-9205-9D48-7FB8-4C7BF5F97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522D3-67C9-4DB5-AD5A-416117AF1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47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66B5-91ED-CD3E-E5D6-BF1236F050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5F081A-586D-FAE3-8D15-BE6F798BE2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753C98-ABD4-4F0B-8C91-9B65411A5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65" y="161365"/>
            <a:ext cx="4743989" cy="2668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A4634D-543E-E1AD-A542-5A5F7B8BB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447" y="161365"/>
            <a:ext cx="5285856" cy="2973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6D2982-DFC0-2FBE-4813-A64994538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2" y="3134659"/>
            <a:ext cx="5147733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804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888374-E046-1915-036F-0ACA3F4F5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3" y="0"/>
            <a:ext cx="4913988" cy="27641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EC3C85-300E-B0E7-07F7-5ECB536E8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188" y="0"/>
            <a:ext cx="5041484" cy="28358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9EB611-BE0F-CE21-3805-E94DF0711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42" y="3358777"/>
            <a:ext cx="4913988" cy="276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36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Vishnupriya Ramesh</dc:creator>
  <cp:lastModifiedBy>Vishnupriya Ramesh</cp:lastModifiedBy>
  <cp:revision>1</cp:revision>
  <dcterms:created xsi:type="dcterms:W3CDTF">2025-12-31T13:02:11Z</dcterms:created>
  <dcterms:modified xsi:type="dcterms:W3CDTF">2025-12-31T13:02:22Z</dcterms:modified>
</cp:coreProperties>
</file>