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6AEB-3412-F266-690C-355E458B2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EEA72-E7DE-BFD7-0B05-211C8EF84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48330-270C-EB25-4DD1-700742D5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5FC6-4965-043A-81A5-07576EFE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8BF9-2B36-AC44-10B3-0E32FE87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6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24FC-A507-DEE0-FC1B-E00B2ED5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19E21-A7C9-7097-C766-5E08DCBF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59EC3-8127-484A-62A5-873EF3A7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4E221-E9E5-4E0C-F19D-5B795352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BA4B-AD1A-9502-EFA4-B054C1EB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7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7623-E863-7E5E-D1C9-110B18ED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8BF76-8EF3-EA4A-DA7C-4A767C29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0E540-EB13-AD33-1CF8-BBA6CC1E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B1F27-1677-0C2A-6289-25DDB351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7A39-2696-5558-A913-8DCF8DF8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7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2F3E-6583-A3CE-E285-C3380682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03082-3FB4-A0BF-E37C-9AD0EE091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926D3-2A2F-24DF-26F5-77E18A8C9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B8048-50F4-8A5A-1750-AAD07532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D297D-CF5B-B0B5-418C-F7F38F3D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1226C-4A53-DA98-1846-689C8D62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8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BEB3-D4A8-B520-773B-AA50D53E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E5F8-A133-345D-6999-B9DF9E669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511A2-01FA-C92D-F34E-88B6EBC9C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A756B-CD90-FD16-0351-52522DB08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AFB3A-E610-6D56-07E3-3BF3091CE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6F469-3EC4-1727-0DE1-5CD53333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24510-ED9D-54E7-4F56-EF9BFED5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9EB09-ACC3-B5CB-7E59-5EA2ECB6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8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707D-4512-5B8C-8D86-D30F1849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24AA5-A62B-06BB-4092-1332839A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E4B11-26CC-812C-7F6D-39F77B05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B4C7D-6939-3E43-DCA2-0FEFC951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4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32B0B-2997-1990-0792-54D9118B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8138B-B510-478D-C929-15E674B1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59F4B-00F1-984F-4AAD-1E174893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2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4D5-379D-C86F-E938-D856062C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BF05B-071C-F40C-501F-19438299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4135D-A2FC-C551-491D-DE691E42D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D0907-C014-2250-5F4D-AF7F88B0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0856-C554-061A-84E5-1DC918EB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757D6-B165-F434-EF6B-EAD59CC4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3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223A-D6CF-4F79-A7E7-A19C4C8A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429C3-C121-CC15-2070-C49578A90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96C25-EC2B-7904-5A51-CA4CB3348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B498C-E052-92BF-EDF2-EED6BBE4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FEA1D-7551-5733-A473-218AE7379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7FA5E-AAE2-79FE-BE4A-D68124BA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7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60F-2046-3E90-7717-A0C94877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AB778-9FF3-1B8D-8EC2-F4DFBA06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DBB2D-C5BE-FE86-C864-8169FCBA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0CE66-A531-6EB0-9A89-F80BED79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9D21C-C7F6-18DB-6554-626E5402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3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B2E61-1E3D-7379-CA19-1E32E98B9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FFF2E-F0E5-AB6E-BED1-FF66792B5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2F21-460C-51D2-C114-2794E051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E33A-8939-49E7-5477-AAF897E4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32592-8CD0-CD31-8F95-384D85D3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FD185-7FAD-91F6-1B5C-15F329E0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B92E-71DA-AE1E-E427-F29808E09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D3A6-5B5F-A9AC-909D-6573A10EE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DE96D-A105-4C4F-B174-98177C32627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3D8AD-37A5-4D9D-A0AF-698937F7A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C376-F88E-B5DF-5B65-E15B155F1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8E8FA-8BF2-43DE-B7E4-D372937A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9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96D4-1F85-A413-4945-2DF43CA8E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BF379-CBA6-0705-09EA-3F94033935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5780B-76B6-7A40-B9A9-7FA7F24D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71" y="256986"/>
            <a:ext cx="4244624" cy="2387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2060A-EB72-18B9-04A6-ED6384EE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671" y="223650"/>
            <a:ext cx="5390776" cy="3032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BCC9D0-F594-E1EE-D847-EDF6280F7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23" y="3255962"/>
            <a:ext cx="4520868" cy="25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11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1D699-23C5-7FC6-A4A2-FD768DF3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82" y="436283"/>
            <a:ext cx="4648366" cy="2614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4BFFA-4F92-23C8-1FAB-D800BA23B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742" y="353732"/>
            <a:ext cx="5145741" cy="2894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E3526-9CD7-86F4-2649-DE387E148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788" y="3807012"/>
            <a:ext cx="6998448" cy="240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2025-12-31T13:05:17Z</dcterms:created>
  <dcterms:modified xsi:type="dcterms:W3CDTF">2025-12-31T13:05:31Z</dcterms:modified>
</cp:coreProperties>
</file>