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58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A168E-7A07-41A9-6ED7-6F3012A2D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E13D73-FE3F-744A-302A-8652328AF1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968D6-7C3E-3292-533C-0FEBEBD0D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DDFE1-3B58-483B-A65F-CECE117FCA3E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83767-FF67-C0D3-E699-1F7F32927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54557-A4FC-FD65-A7BD-7E79C46A9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42DF2-D1D5-4296-B30E-E8F7CBAB7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771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6E135-CE7D-19CD-82A0-596689251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B6493-4698-CFC0-58FC-AFCC8AE59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25F4A-34FE-CB10-B5F3-23E84728B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DDFE1-3B58-483B-A65F-CECE117FCA3E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B667A-1471-D3FF-C7C1-66972CC23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8ADBC-D3BD-7F8E-7770-49A05F060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42DF2-D1D5-4296-B30E-E8F7CBAB7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913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694D2-09BE-5CBF-1B48-CBA3BB580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A7011-E360-3B95-BB11-557A436EC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12A0B-ABA3-DD70-45DF-D6939958B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DDFE1-3B58-483B-A65F-CECE117FCA3E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E755C-13B5-000F-4C51-BA67548A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6CFA6-A2CB-B2F9-FF58-6157BA17A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42DF2-D1D5-4296-B30E-E8F7CBAB7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525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271DF-443D-4D97-5EA8-42DA7F104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6801C-1B39-377B-0DFA-A8174550D2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3F6391-87FF-81FE-26C1-D8FD14F3B0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D7AC98-DEF4-C075-C9BA-B9E4FAEAC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DDFE1-3B58-483B-A65F-CECE117FCA3E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8204D-325B-CCAC-7AE7-4926B303D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FD04C-065A-26C1-EB76-F89B54FE3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42DF2-D1D5-4296-B30E-E8F7CBAB7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781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CF015-AB8D-5794-6E96-716ADAD71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659F8-9B3E-F406-40AA-CC7E06A6A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D721B9-C657-E32B-6315-B90A21875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CF25F5-7250-7102-6D56-E2D0EDDB08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3FA314-197F-C5BA-696C-356CD23178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1E1EA9-12D6-3525-0DA7-341366A89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DDFE1-3B58-483B-A65F-CECE117FCA3E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EE78AA-04CA-E6F4-A28F-F80D0E10E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9A4E49-16CE-F865-AE6E-C69845EE0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42DF2-D1D5-4296-B30E-E8F7CBAB7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52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52926-F3FE-EAA3-4A78-56B7A0A10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24A2D5-DA64-327B-7D32-82BFA192A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DDFE1-3B58-483B-A65F-CECE117FCA3E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EC9C1F-7358-EE81-4631-B4369EA61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6ACC9D-5BE9-2428-5355-DA225196B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42DF2-D1D5-4296-B30E-E8F7CBAB7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28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C0417D-2F11-DAD4-5FCF-47E937039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DDFE1-3B58-483B-A65F-CECE117FCA3E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FAE313-C382-E589-4DD2-9CDA18EC0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8F9CA-72B1-6B6C-C73A-31657D744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42DF2-D1D5-4296-B30E-E8F7CBAB7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638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59F03-64CA-7F27-266D-22D1684B0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8F208-ACC8-B366-0C3E-E1EC7E87D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01505-5ADC-3698-FBCE-7E29940A6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6B8A3D-742A-D4D4-00F9-36F89D34C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DDFE1-3B58-483B-A65F-CECE117FCA3E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C5B91-D25F-CD7D-06FB-A83E7BE15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CD75B-C4E9-7DA0-AC0A-3AC32E45D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42DF2-D1D5-4296-B30E-E8F7CBAB7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235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7094C-CD54-2BD3-E900-2D6345907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4EBFEA-AC61-451F-7FFC-C9B1770584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99444C-C58E-90D2-5BA2-476484C94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C7BFB4-F02D-057D-123A-5A94A6D05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DDFE1-3B58-483B-A65F-CECE117FCA3E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CC228-74C0-7C7A-7BB1-93DEC6BAA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E3BE6-0068-67CB-A5BA-A25832F22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42DF2-D1D5-4296-B30E-E8F7CBAB7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32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77440-FBAC-45D6-B2B9-17BE62AEB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545E17-3A71-6AF0-1CE0-2B668EAF4F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08362-D0A2-E0C2-B122-30BC30E1F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DDFE1-3B58-483B-A65F-CECE117FCA3E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F5207-A812-7B1A-B831-1550EEE78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14EAB-4807-F613-C626-CD923B659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42DF2-D1D5-4296-B30E-E8F7CBAB7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337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C80413-ABAB-2E20-A324-6705652164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C23CAA-6DD3-8DC4-2454-0E679882B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A1BEB-2DB2-9E0A-F87D-FAAC97A22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DDFE1-3B58-483B-A65F-CECE117FCA3E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A0715-C886-E6DA-BEB1-F620D34E4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C0A4F-1F17-8719-D861-AB3D77699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42DF2-D1D5-4296-B30E-E8F7CBAB7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608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73D0E8-8BAC-47D4-09DB-26AEE995E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D00BE-B60E-47ED-18D9-11BC9CFBD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D9A9C-4AFA-8D90-3556-0DC0E12089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FDDFE1-3B58-483B-A65F-CECE117FCA3E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4DFAD-D720-5E93-4BFD-2969D57B3E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75142-5FB9-E7B0-AAFC-406ADB163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442DF2-D1D5-4296-B30E-E8F7CBAB7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73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262E8-9E06-7D24-DD3E-059F535E74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71F427-8FE7-4F26-A1C5-F24B7D572B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E60789-CF19-9DD6-1264-751D69EC1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23" y="346076"/>
            <a:ext cx="5788377" cy="32559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51E783-6CDA-8D8E-44AC-8ACC27C0A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611" y="472142"/>
            <a:ext cx="5158357" cy="29015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48C5AF-422F-AFF7-4DE2-DEA589C69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48418"/>
            <a:ext cx="5788377" cy="270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634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Vishnupriya Ramesh</dc:creator>
  <cp:lastModifiedBy>Vishnupriya Ramesh</cp:lastModifiedBy>
  <cp:revision>1</cp:revision>
  <dcterms:created xsi:type="dcterms:W3CDTF">2025-12-31T13:08:45Z</dcterms:created>
  <dcterms:modified xsi:type="dcterms:W3CDTF">2025-12-31T13:08:58Z</dcterms:modified>
</cp:coreProperties>
</file>