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167D-2813-984A-DEEF-4D7B4D493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41CB7-8046-126D-B3A4-E624B4A42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995A-4AAD-ABB0-10F8-AFB17680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14F0E-E2E6-C010-0ACA-3D08D42D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6F9A5-D56C-9048-1796-B23D5FCB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2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1765-CCE6-DBD4-736D-805A2681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F40C-01A1-A18A-462F-167546052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5E5C3-D9B2-CEAA-7ED0-6197661F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6FD41-98EC-B584-327B-9EB84035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322AE-C37F-1490-FBF6-DE8BAAF5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1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D361-2A2A-43FC-4D8A-8A6BB455C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BCD6B-3CF3-CDBC-3C57-604758DBD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3A461-3CCB-2BF0-B716-F5846ED1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31502-EC38-6F45-B160-826E2FEA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6DFC9-FFD8-7932-FEC4-2F650F01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53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AA6E-98B5-F02B-EE06-4066C753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4E269-74AA-DB81-C741-AA8F76743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D9638-0F02-7572-C605-7FE0BC8EF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3269A-5122-3189-2EF5-588A28DA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58AE4-1C2A-3DF9-B27A-8A8DA5CC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7E407-B7A0-99CB-0E9A-0B3BF7BA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2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0376-CC3D-467B-CF4C-13E234DE3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AF431-0F68-FB17-98D1-1E33FCD26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A3F75-F357-7AC2-38BB-B3D9E8F41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F2084-EAEE-5E0F-676D-BF06C395F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1BB66-B5C1-213E-6237-F61613E9A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CFC92-C60B-6918-FB40-9820DACC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AF068-7801-FBD6-5CA1-35205ED4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0AA45-ECD4-D5F3-0251-14A4D3A5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1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6FB7-D509-556C-2187-26D28118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4AFB1-49FF-A01E-FF01-AEEB38F2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D3CFB-30A5-C8E6-E29D-BCD1B86E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414F7-A97C-99E6-F03A-C157F48E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4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D7BC8-0BCA-3EFD-F0BE-406DEE36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A0AD0-A613-1E51-3DD5-69ED5A09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3107A-8271-FEE3-FC91-D115B9F1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5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FD52F-5552-7100-2226-105EC56D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9123A-058E-17CC-C321-DDBD9D70F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25CA4-AB64-746D-5D7C-81F8CFCBB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4E662-5AB6-E0C2-12CE-70868CB7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8A532-13ED-AD06-1D9B-1FA8D05A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34E15-2971-44A0-33D2-716C7A57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06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5035-138A-D077-11F9-2286D306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E07865-C2BB-BBE0-AC7B-6FED3EBCE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1DE92-64D0-7D16-B8F8-9D17B33CE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91C80-BB55-DE17-C123-2115BD36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DED2E-5589-59CF-B052-D44C291F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E2549-75AE-84DB-6C04-6D4D5E6E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4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C0042-4E43-C1D5-4791-23EBEAC3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41A90-4368-8A1D-9908-BA4395276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79914-384A-28E2-AD77-589816D6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CBB2E-F33A-F4EF-BCCE-CC15AFF5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060FB-7749-A483-4875-024E98C6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5753C-3B27-A372-2BAC-BCA43E7B5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C6009-BABE-81A8-41F9-0DF20BB7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D9E83-A9C3-9016-23E3-87E423FD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BD54-8F3B-F55B-752D-E95B1204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D9289-348F-4DEF-3000-7F1861E0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0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184EB3-9120-A86F-E06C-B15B94D4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9AEAD-A853-C709-2D8E-0AC78B826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BFA2D-AFC3-6069-20B4-352795A3A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DEF12-69F0-40F9-BA3A-7517604BAA9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6D523-EBCC-29D2-253E-C177B8BE9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65FA-B17A-54B1-AC9C-7F45CEB33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5AEDD-05A9-4A4B-B700-CF2810CA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2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52F2-ACAB-C4F7-AA4C-55AD9933E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821F6-4A02-54E1-8F98-AF29D11E29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9E0C6-02F3-E87B-F488-7E514DAB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88" y="215153"/>
            <a:ext cx="4690866" cy="2638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CC1A6-1986-4EA4-9AE7-F1DDB57F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941" y="215153"/>
            <a:ext cx="5008282" cy="2817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CE818F-D217-1D8B-A620-625CE94F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82" y="3143622"/>
            <a:ext cx="5349605" cy="300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4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2025-12-31T13:10:18Z</dcterms:created>
  <dcterms:modified xsi:type="dcterms:W3CDTF">2025-12-31T13:10:30Z</dcterms:modified>
</cp:coreProperties>
</file>